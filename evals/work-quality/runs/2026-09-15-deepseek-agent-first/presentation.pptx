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水的旅行：自然界的水循环 第 1 页
Reference: chat:mochi_ppt_create:chat-mu2uqybl-casev:slide-1
Slide ID: slide-1
Slide version: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水的旅行：自然界的水循环 第 2 页
Reference: chat:mochi_ppt_create:chat-mu2uqybl-casev:slide-2
Slide ID: slide-2
Slide version: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水的旅行：自然界的水循环 第 3 页
Reference: chat:mochi_ppt_create:chat-mu2uqybl-casev:slide-3
Slide ID: slide-3
Slide version: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水的旅行：自然界的水循环 第 4 页
Reference: chat:mochi_ppt_create:chat-mu2uqybl-casev:slide-4
Slide ID: slide-4
Slide version: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水的旅行：自然界的水循环 第 5 页
Reference: chat:mochi_ppt_create:chat-mu2uqybl-casev:slide-5
Slide ID: slide-5
Slide version: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9608" y="2240280"/>
            <a:ext cx="8412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4400" b="1" dirty="0">
                <a:solidFill>
                  <a:srgbClr val="F1F5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水的旅行：自然界的水循环</a:t>
            </a:r>
            <a:endParaRPr lang="zh-CN" sz="4400" dirty="0"/>
          </a:p>
        </p:txBody>
      </p:sp>
      <p:sp>
        <p:nvSpPr>
          <p:cNvPr id="3" name="Text 1"/>
          <p:cNvSpPr/>
          <p:nvPr/>
        </p:nvSpPr>
        <p:spPr>
          <a:xfrm>
            <a:off x="2163928" y="3785616"/>
            <a:ext cx="786384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zh-CN" altLang="en-US" sz="1800" dirty="0">
                <a:solidFill>
                  <a:srgbClr val="E0C5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小学四年级科学</a:t>
            </a:r>
            <a:endParaRPr lang="zh-CN" sz="18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zh-CN" altLang="en-US" sz="1800" dirty="0">
                <a:solidFill>
                  <a:srgbClr val="E0C5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核心问题：天上的水，是从哪里来的？</a:t>
            </a:r>
            <a:endParaRPr lang="zh-CN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638251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F1F5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 水的旅行：自然界的水循环 第 1 页</a:t>
            </a:r>
            <a:endParaRPr lang="zh-C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F5D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蒸发：水变成水汽，升到空中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424160" cy="4983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太阳晒热水面，水会慢慢变成看不见的水汽</a:t>
            </a:r>
            <a:endParaRPr lang="zh-CN" sz="1900" dirty="0"/>
          </a:p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水汽比空气轻，会向上升</a:t>
            </a:r>
            <a:endParaRPr lang="zh-CN" sz="1900" dirty="0"/>
          </a:p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海洋、湖泊、河流和潮湿土壤里的水都会蒸发</a:t>
            </a:r>
            <a:endParaRPr lang="zh-CN" sz="1900" dirty="0"/>
          </a:p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水在任何温度下都会蒸发；天气越热、风越大，蒸发通常越快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638251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778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 水的旅行：自然界的水循环 第 2 页</a:t>
            </a:r>
            <a:endParaRPr lang="zh-CN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F5D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凝结：水汽遇冷，变成小水滴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424160" cy="4983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水汽升到高空，那里温度更低</a:t>
            </a:r>
            <a:endParaRPr lang="zh-CN" sz="1900" dirty="0"/>
          </a:p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水汽遇冷，附着在空气中的微小尘埃上，变成小水滴或小冰晶</a:t>
            </a:r>
            <a:endParaRPr lang="zh-CN" sz="1900" dirty="0"/>
          </a:p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许多小水滴聚在一起，就成了我们看到的云</a:t>
            </a:r>
            <a:endParaRPr lang="zh-CN" sz="1900" dirty="0"/>
          </a:p>
          <a:p>
            <a:pPr marL="228600" indent="-228600">
              <a:lnSpc>
                <a:spcPts val="27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凝结的关键条件是：水汽 + 遇冷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638251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778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 水的旅行：自然界的水循环 第 3 页</a:t>
            </a:r>
            <a:endParaRPr lang="zh-C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14600"/>
            <a:ext cx="9692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90681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小水滴变大后，落回地面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3712464"/>
            <a:ext cx="96926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云里的小水滴不断增多、变大</a:t>
            </a:r>
            <a:endParaRPr lang="zh-CN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重到空气托不住时，它们就落下来——这就是降水</a:t>
            </a:r>
            <a:endParaRPr lang="zh-CN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23301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降水把水送回陆地，成为江河、湖泊和地下水的一部分</a:t>
            </a:r>
            <a:endParaRPr lang="zh-CN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638251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778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 水的旅行：自然界的水循环 第 4 页</a:t>
            </a:r>
            <a:endParaRPr lang="zh-C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5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5176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1F5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观察问题：雨停后，操场上的水洼去哪儿了？</a:t>
            </a:r>
            <a:endParaRPr lang="zh-CN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3886200"/>
            <a:ext cx="96926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E0C5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先猜一猜：水洼里的水是渗进土里，还是变成了水汽？</a:t>
            </a:r>
            <a:endParaRPr lang="zh-CN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E0C5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雨停后去看两处水洼：太阳晒得到的和树荫下的</a:t>
            </a:r>
            <a:endParaRPr lang="zh-CN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E0C5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比较它们变干的速度，把发现记在观察记录本上（答案在下一课揭晓）</a:t>
            </a:r>
            <a:endParaRPr lang="zh-CN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638251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F1F5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 水的旅行：自然界的水循环 第 5 页</a:t>
            </a:r>
            <a:endParaRPr lang="zh-CN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水的旅行：自然界的水循环</dc:title>
  <dc:subject>demonstration</dc:subject>
  <dc:creator>Mochi Presentations</dc:creator>
  <cp:lastModifiedBy>Mochi Presentations</cp:lastModifiedBy>
  <cp:revision>1</cp:revision>
  <dcterms:created xsi:type="dcterms:W3CDTF">2026-09-15T15:54:19Z</dcterms:created>
  <dcterms:modified xsi:type="dcterms:W3CDTF">2026-09-15T15:54:19Z</dcterms:modified>
</cp:coreProperties>
</file>